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1 Hackoholics. Challenge 02, Trust Your Synthetic Teammates, sponsored by NAWCTSD. Our game is TRUSTLINE: ABYSS.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modes. The brief itself warns that failing to trust a correct system can be catastrophic — that is the under-trust half people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Storm, ATLAS survives, it admits it is fallible, ten checkpoints to the safe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direct quotes from the Challenge 02 brief, each mapped to a shipped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lessons. Three defence arguments. The beneficiaries line is quoted from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Scarcity of evidence is what ties the flying to the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Trust, Question and Override are the brief's own three verbs. Investigate is the cost of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Fly, then decide. The player never presses a key to switch views — the game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resources, four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88 and right, 94 and wrong, 41 and right. Confidence tells you about the model, not the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Trusting costs 15 calibration. Overriding with evidence gains 13. A 28-point swing on one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dependency-free so it cannot break at the venue. Synthetic data only, per the jam data safeguard.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workstreams. Separate files by discipline meant no merge conflicts.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weekend guide asks every team to explain benefit, evidence and limitations. Being honest about the limits is worth more than pretending there are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Not trust the AI — know when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YSS">
    <p:bg>
      <p:bgPr>
        <a:solidFill>
          <a:srgbClr val="0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TRUSTLINE: ABYSS  ·  TEAM 1 HACKOHOLICS  ·  CHALLENGE 02  ·  NAWCTSD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reksha dewoolkar\OneDrive\Desktop\Defense-tech-jam-main\Defense-tech-jam-main\art\key-art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141E">
              <a:alpha val="6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 HACKOHOLICS   ·   CHALLENGE 02   ·   TRUST YOUR SYNTHETIC TEAMMATES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25880"/>
            <a:ext cx="109728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TRUSTLINE: ABYSS</a:t>
            </a:r>
            <a:endParaRPr lang="en-US" sz="7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when to trust your synthetic teammate.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402336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0B1F2B">
              <a:alpha val="82000"/>
            </a:srgbClr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" y="4087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Preksha Dewoolkar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29000" y="402336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0B1F2B">
              <a:alpha val="82000"/>
            </a:srgbClr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57016" y="4087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Patankar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402336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0B1F2B">
              <a:alpha val="82000"/>
            </a:srgbClr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45936" y="4087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Purvesha Kolhe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006840" y="402336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0B1F2B">
              <a:alpha val="82000"/>
            </a:srgbClr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34856" y="4087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Yadav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browser game about calibrated trust in an imperfect AI teammate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440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Sponsor: Naval Air Warfare Center Training Systems Division (NAWCTSD)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trust dilemma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WE SET OUT TO SOLVE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766560" cy="1207008"/>
          </a:xfrm>
          <a:prstGeom prst="roundRect">
            <a:avLst>
              <a:gd name="adj" fmla="val 454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621792" cy="62179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EF5F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84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8745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sounds certain, so we stop checking. Confidence gets mistaken for correctness.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6766560" cy="1207008"/>
          </a:xfrm>
          <a:prstGeom prst="roundRect">
            <a:avLst>
              <a:gd name="adj" fmla="val 454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01568"/>
            <a:ext cx="621792" cy="62179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EF5F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015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Under-trust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wrong once, so we ignore it forever. A useful teammate is thrown away.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6766560" cy="1207008"/>
          </a:xfrm>
          <a:prstGeom prst="roundRect">
            <a:avLst>
              <a:gd name="adj" fmla="val 454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18888"/>
            <a:ext cx="621792" cy="62179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4FD4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18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that moves with the evidence. Neither reflex — judgement.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4023360" cy="3886200"/>
          </a:xfrm>
          <a:prstGeom prst="roundRect">
            <a:avLst>
              <a:gd name="adj" fmla="val 1412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2011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2697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"Failure to trust critical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outputs could be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catastrophic in time-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contexts."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Challenge 02 brief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882128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nobody trains: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pic>
        <p:nvPicPr>
          <p:cNvPr id="3" name="Image 0" descr="C:\Users\Preksha dewoolkar\OneDrive\Desktop\Defense-tech-jam-main\Defense-tech-jam-main\art\key-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257800"/>
            <a:ext cx="12161520" cy="1600200"/>
          </a:xfrm>
          <a:prstGeom prst="rect">
            <a:avLst/>
          </a:prstGeom>
          <a:solidFill>
            <a:srgbClr val="04141E">
              <a:alpha val="8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0" y="5532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CALIBRATE.   QUESTION.   DECIDE.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 checkpoints.  2,140 metres down.  One AI you cannot fully trust.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TRUSTLINE: ABYSS?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STORY · SUBMARINE · ATLAS · TEN WAYPOINTS TO THE SAFE ZONE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FFA3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756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 is gone. Comms are offline. Most of the crew with them. You are 2,140 metres down in a damaged boat.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FFA3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346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survives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729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Tactical and Logistics Assistance System is the one package still running. It reads what is left of the sensor array.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FFA3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319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warns you it is fallible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702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readings are incomplete. My recommendations are not guaranteed to be correct. And I will sometimes be wrong."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13892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FFA3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292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checkpoints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675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one ATLAS recommends a course of action. Six times it is right. Four times it is not. Your call, Commander.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6126480"/>
            <a:ext cx="11155680" cy="91"/>
          </a:xfrm>
          <a:prstGeom prst="roundRect">
            <a:avLst>
              <a:gd name="adj" fmla="val 6029011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Challenge 02 aligns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QUOTED FROM THE NAWCTSD BRIEF, MAPPED TO WHAT WE SHIPPED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77840" cy="987552"/>
          </a:xfrm>
          <a:prstGeom prst="roundRect">
            <a:avLst>
              <a:gd name="adj" fmla="val 5556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"...knowing when to rely on an AI teammate,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question its recommendation, and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human judgment must lead."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84848" y="1828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core verbs, literally: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·  QUESTION  ·  OVERRIDE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577840" cy="987552"/>
          </a:xfrm>
          <a:prstGeom prst="roundRect">
            <a:avLst>
              <a:gd name="adj" fmla="val 5556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926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"...reward effective trust calibration while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mitigating complacency, misuse, disuse,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mistrust, and distrust."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0" y="283464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84848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Calibration is the only scored resource.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ending profiles name those failures.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577840" cy="987552"/>
          </a:xfrm>
          <a:prstGeom prst="roundRect">
            <a:avLst>
              <a:gd name="adj" fmla="val 5556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023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both a useful and an unreliable AI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recommendation, and how the player learns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respond appropriately."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4206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393192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84848" y="4023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CP1: 88% and right.  CP8: 94% and wrong.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debrief diagnoses which way you erred.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5577840" cy="987552"/>
          </a:xfrm>
          <a:prstGeom prst="roundRect">
            <a:avLst>
              <a:gd name="adj" fmla="val 5556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5120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"Functional AI agents are not required;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non-player characters may simulate AI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behavior."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5303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0" y="502920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84848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authored, not a live model — so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checkpoint teaches the same lesson.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educates, and why defence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PLAYER LEARNS · WHO BENEFITS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the player learns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66544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9397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does not guarantee correctness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791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does not mean the AI is wrong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644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quiet, independent signals beat one loud one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496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record informs judgement — never replaces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0740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34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evidence is thin, go and get more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Why this is a defence problem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2066544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2157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 is a known killer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450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follow confident systems past the point the evidence supports. It has cost lives in aviation and at sea.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3118104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209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AI is arriving regardless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502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will be handed decision-support tools whether or not they were trained to appraise them.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4169664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names the beneficiaries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553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"Military command, space, health care, emergency response, commerce, and other decision-intensive domains."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230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calibration is a practised judgement, not a personality trait — and a safe sandbox is where you practise 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checkpoint works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→ EVALUATE → ADVICE → DECIDE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965960"/>
            <a:ext cx="713232" cy="71323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3FA8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1965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246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the leg. Scan three clue beacons in the water. Scan power is limited — what you miss, you will not know.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3017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64992" y="1737360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965960"/>
            <a:ext cx="713232" cy="71323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3FA8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1965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834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246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five sensor dials and their reliability. A degraded sensor cannot tell you either way.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44184" y="3017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27064" y="1737360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2904" y="1965960"/>
            <a:ext cx="713232" cy="71323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FFA3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32904" y="1965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834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3246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recommends, states its confidence, and names the sensors it used.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06256" y="3017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89136" y="1737360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94976" y="1965960"/>
            <a:ext cx="713232" cy="713232"/>
          </a:xfrm>
          <a:prstGeom prst="ellipse">
            <a:avLst/>
          </a:prstGeom>
          <a:solidFill>
            <a:srgbClr val="04141E"/>
          </a:solidFill>
          <a:ln w="25400">
            <a:solidFill>
              <a:srgbClr val="FFA3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94976" y="1965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834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3246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question, investigate or override. Two of those commit you.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138928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30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is scarce by design — how well you fly decides how much you know when ATLAS asks for your trust.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four choices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GIVE YOU INFORMATION · TWO COMMIT YOU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56816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4FD4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10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21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recommendation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965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94767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when the instruments back it. Expensive when they do not.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82549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090672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44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55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ATLAS to justify itself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099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0815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sensors it leaned on. Cheap, and never the wrong move.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0" y="30998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INFO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59352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224528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3FA8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0782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489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recon drone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233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 power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2153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truth. Four uses across ten checkpoints.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42336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INFO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509320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358384"/>
            <a:ext cx="475488" cy="475488"/>
          </a:xfrm>
          <a:prstGeom prst="ellipse">
            <a:avLst/>
          </a:prstGeom>
          <a:solidFill>
            <a:srgbClr val="04141E"/>
          </a:solidFill>
          <a:ln w="22225">
            <a:solidFill>
              <a:srgbClr val="EF5F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212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623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it, decide yourself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886200" y="53675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credit ONLY if you gathered evidence first.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332720" y="5367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game is like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CHECKPOINT IS TWO HALVES: FLY, THEN DECIDE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HALF ONE — TRANSIT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957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fly the submarine yourself, third person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077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clue beacons; one is live at a time, burning amber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564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381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into the pillar of light to scan it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86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96849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power drains as you thrust — a clean line just fits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17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4988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life is hazardous: contact costs 6% hull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474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29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stays locked until the sweep is done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6916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HALF TWO — DECIDE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3957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3774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switches you to the console automatically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9077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only the clues you actually scanned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4564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4381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Unscanned ones read NOT SCANNED — No data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986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96849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sensor dials; the ones ATLAS used are ringed amber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517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4988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states its recommendation and confidence aloud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50474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▸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5029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action — then the next leg begins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resources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THINGS YOU ARE MANAGING AT ONCE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CALIBRATION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1762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100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when your reliance tracks the evidence. Falls when you follow ATLAS blindly or fight it out of habit.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1416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F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INTEGRITY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21762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on miscalibrated calls and on collisions. At zero you lose the boat.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7576" y="16916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8744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 POWER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21762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per investigation — four across ten checkpoints, and seven where it would pay.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041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create the tension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480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312"/>
                </a:solidFill>
              </a:rPr>
              <a:t>■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462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alone is never rewarded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736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ATLAS where the sensors contradict it costs as much as rejecting it where they support it.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480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312"/>
                </a:solidFill>
              </a:rPr>
              <a:t>■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462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needs evidence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4736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credit only if you QUESTIONed or INVESTIGATEd first. Being right for no reason is not judgement.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230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312"/>
                </a:solidFill>
              </a:rPr>
              <a:t>■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212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check everything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486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drone charges, seven checkpoints worth investigating. Choosing is the game.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230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312"/>
                </a:solidFill>
              </a:rPr>
              <a:t>■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5212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not scan, you do not know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5486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Unscanned clues stay blank at the console. Flying badly means deciding blind.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calibration in practice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 ASKS FOR A USEFUL AND AN UNRELIABLE RECOMMENDATION — HERE ARE BOTH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28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1488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7614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419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 CONFIDENCE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healthy sensors all agree. Static mass, no heat, no current disturbance.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it. This is not blind faith — it is reading the evidence.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0248" y="16916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1416" y="1828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71416" y="21488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MISTAKE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27614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3419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 CONFIDENCE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loudest, most certain call in the game. But it cites sonar alone, and three healthy sensors see nothing.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it. Its confidence described its signal, not the water.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37576" y="16916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8744" y="1828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CP9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323576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38744" y="21488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TRUTH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38744" y="27614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238744" y="3419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 CONFIDENCE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238744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can barely see it and says so. But four weak channels all point the same way.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38744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it. Low confidence described its data quality, not the odds it is wrong.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situation: Checkpoint 4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FALSE STRUCTURE — 78% CONFIDENT, AND WRONG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 ATLAS SAYS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"Possible hazardous structure.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8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emergency reroute."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78%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10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Cites: SONAR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10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📡  WHAT THE INSTRUMENTS SAY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 89%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object, hard edges, static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THERMAL 41%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Flat. No heat signature at all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55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78%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552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Undisturbed. Not moving water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calibrated play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553712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5029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admits it is citing sonar alone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096512" y="4937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</a:rPr>
              <a:t>▸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270248" y="4553712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71416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5029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finds an abandoned research hull. Long dead. Inert.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937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312"/>
                </a:solidFill>
              </a:rPr>
              <a:t>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037576" y="4553712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38744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38744" y="5029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 calibration — full credit, because you gathered evidence first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BUILD STEP · NO FRAMEWORK · RUNS OFFLINE FROM A USB STICK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~6,800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files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7064" y="164592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89136" y="164592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steps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+ Three.js r128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971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vendored file. npm install failing on a teammate's laptop at 2am is a real failure mode; static files are not.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387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procedural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520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Textures, the submarine, the sea life and the whole synthesised sound kit are generated at load. No asset pipeline.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87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post-processing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069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Bloom, vignette, grade and grain written directly against render targets — Three's EffectComposer is not in the core bundle.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360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everywhere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617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WebGL? A 2D canvas world with an identical API. No video? The typed briefing. Nothing can stop the game opening.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84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5166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pure data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166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checkpoints live in scenarios.js with no code, so design and engineering moved in parallel.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332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A8C4"/>
                </a:solidFill>
              </a:rPr>
              <a:t>◆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5715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scenario, sensor reading and ground truth is invented for this exercise — meeting the jam's data safeguard.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WORKSTREAMS, SPLIT SO WE COULD WORK IN PARALLEL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28800"/>
            <a:ext cx="475488" cy="475488"/>
          </a:xfrm>
          <a:prstGeom prst="ellipse">
            <a:avLst/>
          </a:prstGeom>
          <a:solidFill>
            <a:srgbClr val="04141E"/>
          </a:solidFill>
          <a:ln w="25400">
            <a:solidFill>
              <a:srgbClr val="3FA8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Preksha Dewoolkar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2103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 &amp; GAME LOGIC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404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and the two-phase checkpoint loop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066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88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Scan-power scarcity and the evidence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9900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hull model and debrief profiles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2735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across every module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1828800"/>
            <a:ext cx="475488" cy="475488"/>
          </a:xfrm>
          <a:prstGeom prst="ellipse">
            <a:avLst/>
          </a:prstGeom>
          <a:solidFill>
            <a:srgbClr val="04141E"/>
          </a:solidFill>
          <a:ln w="25400">
            <a:solidFill>
              <a:srgbClr val="FFA3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Patankar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2103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WORLD &amp; GRAPHICS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4231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404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environment and the flight model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066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688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chain and deep-water grade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9900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Submarine, sea life and procedural textures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2735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repository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79476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3977640"/>
            <a:ext cx="475488" cy="475488"/>
          </a:xfrm>
          <a:prstGeom prst="ellipse">
            <a:avLst/>
          </a:prstGeom>
          <a:solidFill>
            <a:srgbClr val="04141E"/>
          </a:solidFill>
          <a:ln w="25400">
            <a:solidFill>
              <a:srgbClr val="3FA8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307592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Purvesha Kolhe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307592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UI, UX &amp; TUTORIAL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572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layout and the instrument panels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48554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bank, HUD and the clue cards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138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18-step guided tutorial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422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60120" y="5404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and key art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379476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73368" y="3977640"/>
            <a:ext cx="475488" cy="475488"/>
          </a:xfrm>
          <a:prstGeom prst="ellipse">
            <a:avLst/>
          </a:prstGeom>
          <a:solidFill>
            <a:srgbClr val="04141E"/>
          </a:solidFill>
          <a:ln w="25400">
            <a:solidFill>
              <a:srgbClr val="FFA31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73368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76872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Yadav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976872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A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&amp; NARRATIVE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572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2940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checkpoint scenarios and their clues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48554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dialogue, reasoning and confidence values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5138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29400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notes and the difficulty curve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5422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629400" y="5404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film, script and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Benefit, evidence and limitations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THE BENEFIT, EVIDENCE, AND LIMITATIONS" — WEEKEND GUIDE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4141E"/>
          </a:solidFill>
          <a:ln w="25400">
            <a:solidFill>
              <a:srgbClr val="4FD4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4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48A"/>
                </a:solidFill>
              </a:rPr>
              <a:t>·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5877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finishes with a named diagnosis of HOW they err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2644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48A"/>
                </a:solidFill>
              </a:rPr>
              <a:t>·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failure modes are punished, so neither reflex is learnable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48A"/>
                </a:solidFill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9044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anywhere, offline, in under 5 minutes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0248" y="1691640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1874520"/>
            <a:ext cx="548640" cy="548640"/>
          </a:xfrm>
          <a:prstGeom prst="ellipse">
            <a:avLst/>
          </a:prstGeom>
          <a:solidFill>
            <a:srgbClr val="04141E"/>
          </a:solidFill>
          <a:ln w="25400">
            <a:solidFill>
              <a:srgbClr val="3FA8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27448" y="25877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TRUST → OVERTRUST, hull 41%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2644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OVERRIDE → HULL BREACH at CP10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A8C4"/>
                </a:solidFill>
              </a:rPr>
              <a:t>·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39044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authored checkpoints, deterministic every run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37576" y="1691640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0B1F2B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1874520"/>
            <a:ext cx="548640" cy="548640"/>
          </a:xfrm>
          <a:prstGeom prst="ellipse">
            <a:avLst/>
          </a:prstGeom>
          <a:solidFill>
            <a:srgbClr val="04141E"/>
          </a:solidFill>
          <a:ln w="25400">
            <a:solidFill>
              <a:srgbClr val="FFA3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6617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933688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9360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94776" y="25877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player — the brief allows "one or more"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93608" y="32644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94776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learning-transfer study yet; benefit is designed, not measured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312"/>
                </a:solidFill>
              </a:rPr>
              <a:t>·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494776" y="39044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score still nets positive for blanket trust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754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312"/>
                </a:solidFill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Two-player mode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commander, one analyst — the brief invites multiplayer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70248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312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90288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headline score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90288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blanket agreement cannot end above the starting value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037576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312"/>
                </a:solidFill>
              </a:rPr>
              <a:t>→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57616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357616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trust-calibration testing with real operators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pic>
        <p:nvPicPr>
          <p:cNvPr id="3" name="Image 0" descr="C:\Users\Preksha dewoolkar\OneDrive\Desktop\Defense-tech-jam-main\Defense-tech-jam-main\art\key-art.jp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141E">
              <a:alpha val="80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never to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 trust the AI.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A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to make you good at deciding when to.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38862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skill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setting. It is practised, and it can be trained.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8862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correctness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about the model, not about the world.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38862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0222E"/>
          </a:solidFill>
          <a:ln w="12700">
            <a:solidFill>
              <a:srgbClr val="1630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stays human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advises. The commander decides. That is the point.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TRUSTLINE: ABYSS  ·  Team 1 Hackoholics  ·  Fictional synthetic training prototype. Not an operational decision-support system.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2026-09-20T18:58:28Z</dcterms:created>
  <dcterms:modified xsi:type="dcterms:W3CDTF">2026-09-20T18:58:28Z</dcterms:modified>
</cp:coreProperties>
</file>